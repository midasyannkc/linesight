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9164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LineSight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FC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OEE, Statistical Process Control &amp; Predictive Maintenance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33375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A3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Databricks + Snowflake architecture, orchestrated end to end by Dagster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39776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4E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5-step Dagster asset graph ran this entire pipeline across both platforms and returned RUN_SUCCESS. See docs/dagster_run_log.txt.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96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Christian Kouadio Kouassi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B7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10515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shop floor needs to know, in near real time, whether a line is within statistical control, how efficiently it runs, and whether a machine is about to fail.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spans classical statistics and modern ML, and in practice runs on two different platforms talking to each other.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Databricks for streaming ML and transformation, Snowflake for governed BI, the real hybrid pattern many enterprises run today.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B7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Data Comes From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10515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production lines, 12 machines: 77,760 sensor readings, 19,440 quality measurements, 107 downtime events.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a documented latent-wear degradation process: sensor readings drift and quality degrades as wear increases.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failure is injected once wear crosses a threshold, giving both SPC and the ML model real, physically-motivated signal.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B7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We're Testing For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10515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Whether a real X-bar/R chart can visually surface tool-wear-driven quality drift. It does, drift climbs visibly into the UCL band.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Whether Cpk correctly quantifies how incapable a degrading process is. It does: ~0.02 on every line, far below the 1.33 capable threshold.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Whether a Random Forest can predict failure from sensor data alone. It does: 0.976 ROC-AUC, vibration the dominant feature.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B7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&amp; Verification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737360"/>
          <a:ext cx="10515600" cy="3291840"/>
        </p:xfrm>
        <a:graphic>
          <a:graphicData uri="http://schemas.openxmlformats.org/drawingml/2006/table">
            <a:tbl>
              <a:tblPr/>
              <a:tblGrid>
                <a:gridCol w="3505200"/>
                <a:gridCol w="3505200"/>
                <a:gridCol w="35052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Layer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Verification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Lakehouse / ML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Databricks (via PySpark)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Real, executing medallion transformation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Predictive maintenance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MLflow + Random Forest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 model, registered, 0.976 ROC-AUC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Statistical modeling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Python (X-bar/R, Cpk)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 Shewhart control-chart math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Governed warehouse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Snowflake (synced, via DuckDB)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 dbt build, 11/11 tests passing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Orchestration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Dagster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 5-step asset graph, RUN_SUCCESS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B7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Task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10515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 telemetry through a real Databricks-equivalent medallion pipeline.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real SPC control charts and process capability, train and register a predictive-maintenance model.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the governed layer into Snowflake and certify OEE and downtime Pareto metrics via dbt.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Orchestrate the entire chain as one Dagster asset graph spanning both platforms.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B7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SNAPSHOT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Results: Control Chart &amp; Capability</a:t>
            </a:r>
            <a:endParaRPr lang="en-US" sz="2800" dirty="0"/>
          </a:p>
        </p:txBody>
      </p:sp>
      <p:pic>
        <p:nvPicPr>
          <p:cNvPr id="4" name="Image 0" descr="../charts/xbar_control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91640"/>
            <a:ext cx="6583680" cy="3621024"/>
          </a:xfrm>
          <a:prstGeom prst="rect">
            <a:avLst/>
          </a:prstGeom>
        </p:spPr>
      </p:pic>
      <p:pic>
        <p:nvPicPr>
          <p:cNvPr id="5" name="Image 1" descr="../charts/cpk_by_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691640"/>
            <a:ext cx="4206240" cy="330098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31520" y="5486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control chart makes the wear drift visible by eye. Cpk confirms it numerically: every line is dramatically below the 1.33 capable threshold.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B7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SNAPSHOT, CONTINUED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Results: Downtime &amp; Maintenance</a:t>
            </a:r>
            <a:endParaRPr lang="en-US" sz="2800" dirty="0"/>
          </a:p>
        </p:txBody>
      </p:sp>
      <p:pic>
        <p:nvPicPr>
          <p:cNvPr id="4" name="Image 0" descr="../charts/downtime_pare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737360"/>
            <a:ext cx="7863840" cy="5394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59436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 Failure and Unplanned Maintenance together account for 45% of downtime hours, the top two levers for a plant manager's next improvement project.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2026-08-29T21:41:14Z</dcterms:created>
  <dcterms:modified xsi:type="dcterms:W3CDTF">2026-08-29T21:41:14Z</dcterms:modified>
</cp:coreProperties>
</file>